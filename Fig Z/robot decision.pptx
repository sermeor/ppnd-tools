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B2A1C-AED1-4C86-B104-8373AC2C7A1E}" v="5" dt="2025-03-26T14:26:25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ena Ortega" userId="39ad0ed8-ed40-4a4e-85ac-e2192612ebbb" providerId="ADAL" clId="{36AB2A1C-AED1-4C86-B104-8373AC2C7A1E}"/>
    <pc:docChg chg="undo custSel addSld modSld">
      <pc:chgData name="Sergio Mena Ortega" userId="39ad0ed8-ed40-4a4e-85ac-e2192612ebbb" providerId="ADAL" clId="{36AB2A1C-AED1-4C86-B104-8373AC2C7A1E}" dt="2025-03-26T14:26:50.160" v="166" actId="1035"/>
      <pc:docMkLst>
        <pc:docMk/>
      </pc:docMkLst>
      <pc:sldChg chg="addSp delSp modSp new mod">
        <pc:chgData name="Sergio Mena Ortega" userId="39ad0ed8-ed40-4a4e-85ac-e2192612ebbb" providerId="ADAL" clId="{36AB2A1C-AED1-4C86-B104-8373AC2C7A1E}" dt="2025-03-26T14:26:50.160" v="166" actId="1035"/>
        <pc:sldMkLst>
          <pc:docMk/>
          <pc:sldMk cId="4068303627" sldId="256"/>
        </pc:sldMkLst>
        <pc:spChg chg="del">
          <ac:chgData name="Sergio Mena Ortega" userId="39ad0ed8-ed40-4a4e-85ac-e2192612ebbb" providerId="ADAL" clId="{36AB2A1C-AED1-4C86-B104-8373AC2C7A1E}" dt="2025-03-26T14:18:29.795" v="1" actId="478"/>
          <ac:spMkLst>
            <pc:docMk/>
            <pc:sldMk cId="4068303627" sldId="256"/>
            <ac:spMk id="2" creationId="{50B3C93E-8E00-ACCB-B864-9D38CAA67ED6}"/>
          </ac:spMkLst>
        </pc:spChg>
        <pc:spChg chg="add mod ord">
          <ac:chgData name="Sergio Mena Ortega" userId="39ad0ed8-ed40-4a4e-85ac-e2192612ebbb" providerId="ADAL" clId="{36AB2A1C-AED1-4C86-B104-8373AC2C7A1E}" dt="2025-03-26T14:26:24.873" v="151" actId="1076"/>
          <ac:spMkLst>
            <pc:docMk/>
            <pc:sldMk cId="4068303627" sldId="256"/>
            <ac:spMk id="2" creationId="{7E9FC198-53F1-F5B3-955F-C8B6C8EC1C63}"/>
          </ac:spMkLst>
        </pc:spChg>
        <pc:spChg chg="add mod ord">
          <ac:chgData name="Sergio Mena Ortega" userId="39ad0ed8-ed40-4a4e-85ac-e2192612ebbb" providerId="ADAL" clId="{36AB2A1C-AED1-4C86-B104-8373AC2C7A1E}" dt="2025-03-26T14:26:47.145" v="159" actId="14100"/>
          <ac:spMkLst>
            <pc:docMk/>
            <pc:sldMk cId="4068303627" sldId="256"/>
            <ac:spMk id="3" creationId="{39BE5444-4857-F7AD-641C-A8EAF9DA23C8}"/>
          </ac:spMkLst>
        </pc:spChg>
        <pc:spChg chg="del">
          <ac:chgData name="Sergio Mena Ortega" userId="39ad0ed8-ed40-4a4e-85ac-e2192612ebbb" providerId="ADAL" clId="{36AB2A1C-AED1-4C86-B104-8373AC2C7A1E}" dt="2025-03-26T14:18:31.121" v="2" actId="478"/>
          <ac:spMkLst>
            <pc:docMk/>
            <pc:sldMk cId="4068303627" sldId="256"/>
            <ac:spMk id="3" creationId="{F076D38A-E72F-1797-F8D1-7CE96315617B}"/>
          </ac:spMkLst>
        </pc:spChg>
        <pc:spChg chg="add del">
          <ac:chgData name="Sergio Mena Ortega" userId="39ad0ed8-ed40-4a4e-85ac-e2192612ebbb" providerId="ADAL" clId="{36AB2A1C-AED1-4C86-B104-8373AC2C7A1E}" dt="2025-03-26T14:19:21.745" v="8" actId="478"/>
          <ac:spMkLst>
            <pc:docMk/>
            <pc:sldMk cId="4068303627" sldId="256"/>
            <ac:spMk id="6" creationId="{8BF06FD5-39D1-EEF4-5C51-B0CB97CBC76D}"/>
          </ac:spMkLst>
        </pc:spChg>
        <pc:spChg chg="add mod">
          <ac:chgData name="Sergio Mena Ortega" userId="39ad0ed8-ed40-4a4e-85ac-e2192612ebbb" providerId="ADAL" clId="{36AB2A1C-AED1-4C86-B104-8373AC2C7A1E}" dt="2025-03-26T14:19:42.060" v="15" actId="207"/>
          <ac:spMkLst>
            <pc:docMk/>
            <pc:sldMk cId="4068303627" sldId="256"/>
            <ac:spMk id="7" creationId="{6638E1B8-BDBE-7E2D-5BA8-60A388594850}"/>
          </ac:spMkLst>
        </pc:spChg>
        <pc:spChg chg="add mod">
          <ac:chgData name="Sergio Mena Ortega" userId="39ad0ed8-ed40-4a4e-85ac-e2192612ebbb" providerId="ADAL" clId="{36AB2A1C-AED1-4C86-B104-8373AC2C7A1E}" dt="2025-03-26T14:19:48.432" v="20" actId="1037"/>
          <ac:spMkLst>
            <pc:docMk/>
            <pc:sldMk cId="4068303627" sldId="256"/>
            <ac:spMk id="8" creationId="{E82345E3-8916-2169-2001-F87FF6595EB2}"/>
          </ac:spMkLst>
        </pc:spChg>
        <pc:picChg chg="add mod modCrop">
          <ac:chgData name="Sergio Mena Ortega" userId="39ad0ed8-ed40-4a4e-85ac-e2192612ebbb" providerId="ADAL" clId="{36AB2A1C-AED1-4C86-B104-8373AC2C7A1E}" dt="2025-03-26T14:26:13.540" v="145" actId="1076"/>
          <ac:picMkLst>
            <pc:docMk/>
            <pc:sldMk cId="4068303627" sldId="256"/>
            <ac:picMk id="5" creationId="{2EE23B4D-14D1-387C-AEFA-71A1C8FADB7A}"/>
          </ac:picMkLst>
        </pc:picChg>
        <pc:picChg chg="add mod ord modCrop">
          <ac:chgData name="Sergio Mena Ortega" userId="39ad0ed8-ed40-4a4e-85ac-e2192612ebbb" providerId="ADAL" clId="{36AB2A1C-AED1-4C86-B104-8373AC2C7A1E}" dt="2025-03-26T14:26:50.160" v="166" actId="1035"/>
          <ac:picMkLst>
            <pc:docMk/>
            <pc:sldMk cId="4068303627" sldId="256"/>
            <ac:picMk id="10" creationId="{24E05FB0-496F-3574-C16D-16564F5C19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C7B5-EEC2-A40C-850B-D971D1435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E2E87-F95E-B9FA-0CB0-BE3F44D84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A21FC-B1E3-4074-BF9E-2F0B0356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53E33-0BF6-5991-3F0F-FB71AD6A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48CAC-18C7-E265-1D0F-53421074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56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07FA-E69C-882B-A4D0-CE80AFD5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EFB5-9DA1-844C-9682-7B911B6DE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3E750-BF24-2253-9816-F5C3D8BD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D1C78-08AE-FBCD-5B99-BCB1318C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60EE2-A1C2-83C3-9147-ABBD08F9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7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61C1-741E-7E75-8069-602F3845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1B3FA-A793-E6D2-B27E-08138621B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2860B-B75A-6A0D-D61F-1FFF0755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BC6CE-4DA9-B921-1BB1-4794A8AA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08838-8718-73C6-9E76-A1A6E6EB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1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321A-E5A9-2F02-27CD-59831809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FF752-09C0-7FDC-39BC-77CD0BAF6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FA4B5-3323-0EDC-23E0-B44F750EE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B5D41-60A1-9247-7C67-176803FE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E157E-C901-28B3-0D78-5DB4745C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F19-5B4F-68AD-51E9-838E54C0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07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AF91-7DD1-F25A-5D49-3337BD65A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8636-07DB-D2C6-6ED6-63EC68135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90DB7-9758-4741-F246-C2E87D51D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D1A9B-80A4-3831-80D1-4D330830F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EEB5A-6DE2-5CAD-69A8-5FD5E306B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098F7-DAB3-66C8-EFDB-037CA834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73293-4508-36DD-1C9B-7896E5D5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76B51-C937-43EE-2758-E61F9E29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30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75AB-90A6-1C55-3FCA-0BBEF517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809AE-E4DA-B10E-ABF9-6A054FAB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3CF0D-0BA1-A0DF-BB9D-C0400A79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5FB07-9407-3006-9C3E-B0FCC448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95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7A0EEC-64EF-D1D3-93A9-3B69DA23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9E8FA-1B14-221E-CCC3-B47DBE7D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92B21-4175-603B-FC06-6B9B8EAD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39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539E-F149-2139-AFBA-3891ADF2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08BB4-1948-2895-3384-FD1EDB4DF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4CE5C-2F29-8784-0FDD-B2023AB18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464B4-F554-C0C7-CDAB-44AFE643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2BF97-EFFC-3FAF-3BFB-A8AF84AD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3D0AA-B7DE-0616-7AD6-C20C0795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67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2889-1A0A-51A1-6A1C-48CB732C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EB1696-F928-414C-D9D4-8CB78C5CC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C6BC4-3E1A-9A1D-1F40-3AFE7F965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26CBC-98DC-DEBA-A8E9-49135921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5CCD8-3B04-A905-1D0A-BEA5F7A4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18E2E-9A29-48D4-8DE3-03B897C8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96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CA265-601B-6047-AC26-032A13D6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E8D68-7C89-DBD6-A8A8-268300AA1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7440F-3CBA-F375-D7FE-212F9F41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01503-DB1D-E2FF-4EED-63B5F154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7BA36-6791-B0E3-5915-98FD9A8F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3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122B9-BC15-8251-E9F7-D1021C921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3E03E-C30D-8C49-9E09-9482A410D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6C4E4-F521-3A74-0B22-0F75244E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C1045-476B-A9F7-6674-FFDB76E9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C7AB-8BE6-3CED-E1B4-7C85A23E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29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6C3302-9E7E-DA5A-59FB-D6BBDF65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9E1CE-DE43-C565-8968-1FCD9D235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AB5F9-A03F-FBEE-F53F-6135294C7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E2A4B-2AFD-4320-BD61-B40208ED2A9B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AF10C-72A1-4FB5-9690-0496BCAC7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E25A6-7ADE-7F60-4537-17D129541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63749-929D-4B56-8425-2B097A9FB0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57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yellow robot with a check mark and x marks&#10;&#10;AI-generated content may be incorrect.">
            <a:extLst>
              <a:ext uri="{FF2B5EF4-FFF2-40B4-BE49-F238E27FC236}">
                <a16:creationId xmlns:a16="http://schemas.microsoft.com/office/drawing/2014/main" id="{24E05FB0-496F-3574-C16D-16564F5C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4"/>
          <a:stretch/>
        </p:blipFill>
        <p:spPr>
          <a:xfrm>
            <a:off x="3656614" y="2877510"/>
            <a:ext cx="4877481" cy="371301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9BE5444-4857-F7AD-641C-A8EAF9DA23C8}"/>
              </a:ext>
            </a:extLst>
          </p:cNvPr>
          <p:cNvSpPr/>
          <p:nvPr/>
        </p:nvSpPr>
        <p:spPr>
          <a:xfrm rot="12539906">
            <a:off x="6591592" y="2222260"/>
            <a:ext cx="2024606" cy="151956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9FC198-53F1-F5B3-955F-C8B6C8EC1C63}"/>
              </a:ext>
            </a:extLst>
          </p:cNvPr>
          <p:cNvSpPr/>
          <p:nvPr/>
        </p:nvSpPr>
        <p:spPr>
          <a:xfrm rot="8020612">
            <a:off x="3525523" y="1849232"/>
            <a:ext cx="2396481" cy="204385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hands holding a circle with a check mark and x mark&#10;&#10;AI-generated content may be incorrect.">
            <a:extLst>
              <a:ext uri="{FF2B5EF4-FFF2-40B4-BE49-F238E27FC236}">
                <a16:creationId xmlns:a16="http://schemas.microsoft.com/office/drawing/2014/main" id="{2EE23B4D-14D1-387C-AEFA-71A1C8FAD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616"/>
          <a:stretch/>
        </p:blipFill>
        <p:spPr>
          <a:xfrm>
            <a:off x="3657905" y="990905"/>
            <a:ext cx="4876190" cy="23105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638E1B8-BDBE-7E2D-5BA8-60A388594850}"/>
              </a:ext>
            </a:extLst>
          </p:cNvPr>
          <p:cNvSpPr/>
          <p:nvPr/>
        </p:nvSpPr>
        <p:spPr>
          <a:xfrm rot="2321374">
            <a:off x="3467475" y="3043096"/>
            <a:ext cx="1059256" cy="75370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2345E3-8916-2169-2001-F87FF6595EB2}"/>
              </a:ext>
            </a:extLst>
          </p:cNvPr>
          <p:cNvSpPr/>
          <p:nvPr/>
        </p:nvSpPr>
        <p:spPr>
          <a:xfrm rot="8020612">
            <a:off x="7666873" y="3052148"/>
            <a:ext cx="1059256" cy="75370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303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30F4EE3736D640BC414BA310026D92" ma:contentTypeVersion="17" ma:contentTypeDescription="Create a new document." ma:contentTypeScope="" ma:versionID="30b35b46937f1a12d2613580ba345879">
  <xsd:schema xmlns:xsd="http://www.w3.org/2001/XMLSchema" xmlns:xs="http://www.w3.org/2001/XMLSchema" xmlns:p="http://schemas.microsoft.com/office/2006/metadata/properties" xmlns:ns1="http://schemas.microsoft.com/sharepoint/v3" xmlns:ns2="47d58e10-4e7c-468b-9d4c-653f2292ced7" xmlns:ns3="01e32bf2-3056-48f6-a4c6-5b09fa6fe4a8" targetNamespace="http://schemas.microsoft.com/office/2006/metadata/properties" ma:root="true" ma:fieldsID="c2e10fb34c4c0f77e64d6f14a66f8ad0" ns1:_="" ns2:_="" ns3:_="">
    <xsd:import namespace="http://schemas.microsoft.com/sharepoint/v3"/>
    <xsd:import namespace="47d58e10-4e7c-468b-9d4c-653f2292ced7"/>
    <xsd:import namespace="01e32bf2-3056-48f6-a4c6-5b09fa6fe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d58e10-4e7c-468b-9d4c-653f2292ce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31d7151-b795-48f9-9207-6285658e27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32bf2-3056-48f6-a4c6-5b09fa6fe4a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9424554-b26e-4fce-97d8-613790c1bc01}" ma:internalName="TaxCatchAll" ma:showField="CatchAllData" ma:web="01e32bf2-3056-48f6-a4c6-5b09fa6fe4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1e32bf2-3056-48f6-a4c6-5b09fa6fe4a8" xsi:nil="true"/>
    <lcf76f155ced4ddcb4097134ff3c332f xmlns="47d58e10-4e7c-468b-9d4c-653f2292ced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784991-35FA-4023-B982-038ED6B0D0E7}"/>
</file>

<file path=customXml/itemProps2.xml><?xml version="1.0" encoding="utf-8"?>
<ds:datastoreItem xmlns:ds="http://schemas.openxmlformats.org/officeDocument/2006/customXml" ds:itemID="{991AF93F-2798-4923-9472-13D3AAAF0403}"/>
</file>

<file path=customXml/itemProps3.xml><?xml version="1.0" encoding="utf-8"?>
<ds:datastoreItem xmlns:ds="http://schemas.openxmlformats.org/officeDocument/2006/customXml" ds:itemID="{34572416-DFE9-48D0-892F-6B02C48090C5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Mena Ortega</dc:creator>
  <cp:lastModifiedBy>Sergio Mena Ortega</cp:lastModifiedBy>
  <cp:revision>1</cp:revision>
  <dcterms:created xsi:type="dcterms:W3CDTF">2025-03-26T14:18:05Z</dcterms:created>
  <dcterms:modified xsi:type="dcterms:W3CDTF">2025-03-26T14:26:51Z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0x0101004630F4EE3736D640BC414BA310026D92</vt:lpwstr>
  </property>
</Properties>
</file>